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F172A"/>
                </a:solidFill>
              </a:rPr>
              <a:t>TraceTech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475569"/>
                </a:solidFill>
              </a:rPr>
              <a:t>Spiegazione semplice per chi parte da 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Obiettivo del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Far capire subito lo stato dei materiali critici.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Mostrare i rischi principali in modo visuale e chiaro.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Aiutare a decidere dove intervenire prima.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Ridurre tempo perso tra file, report e sistemi diversi.</a:t>
            </a:r>
          </a:p>
          <a:p/>
          <a:p>
            <a:pPr>
              <a:defRPr sz="1800" i="1">
                <a:solidFill>
                  <a:srgbClr val="0E7490"/>
                </a:solidFill>
              </a:defRPr>
            </a:pPr>
            <a:r>
              <a:t>In una frase: un cruscotto unico per monitorare rischio e recupero.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Come e organizzato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Analytics: Dashboard, CRM Materials, BOM &amp; Risk.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Operations: ECU Inventory, Decision Engine, Simulation.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Strategy: Executive Dashboard, Financial Engine, HaaS Readiness.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Ogni sezione risponde a una domanda precisa: cosa succede, perche, cosa fare.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Dashboard principale (home)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4 KPI chiave: materiali tracciati, esposizione alta, recovery rate, rischio portfolio.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Criticality Matrix: confronto tra criticita e impatto economico.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Cluster Distribution: come sono distribuiti i materiali per categoria.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Active Alerts: segnali attivi da gestire subito.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BOM &amp; Risk (analisi file)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Caricamento drag &amp; drop di CSV/XLSX della distinta base.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Matching automatico dei materiali e analisi rischio.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Report con punteggio, driver principali e scenari.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Serve per capire rischio reale prodotto per prodotto.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ECU Inventory e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Vista componenti ECU monitorati nel sistema.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Stato recupero, rischio e materiali coinvolti.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Alert live con severita e numero ECU impattate.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Utile per priorizzare interventi operativi.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Executive e Financial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Executive Dashboard: vista sintetica per management.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Financial Engine: impatti economici e valore recuperabile.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Supporta decisioni su budget, fornitori e mitigazioni.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Trasforma dati tecnici in messaggi business.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Funzione nuova: Reset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Pulsante 'Reset Test' nella Dashboard principale.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Azzera i dati a zero per test UI e verifiche di regressione.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Pulsante 'Ripristina Dati' per tornare subito ai dati reali.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Permette demo e test senza toccare dati sorgente.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Cosa abbiamo implementato (breve)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Motore MRF (Material Risk Factor) per rischio materiali.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Parser BOM con analisi automatica e report rischio.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Dashboard semplificata con sole sezioni utili/reali.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Workflow CI/CD GitHub Pages corretto e stabilizzato.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Come leggere i dati in 30 secondi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1) Guarda i 4 KPI: capisci subito lo stato generale.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2) Controlla Active Alerts: cosa richiede azione ora.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3) Apri BOM &amp; Risk: quali prodotti/materiali espongono piu rischio.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4) Vai su Executive/Financial: traduci il rischio in impatto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172A"/>
                </a:solidFill>
              </a:rPr>
              <a:t>Messaggio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Questo dashboard non e solo grafica: e uno strumento decisionale.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Rende visibili i rischi prima che diventino costi.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Permette test rapidi grazie alla modalita Reset Test.</a:t>
            </a:r>
          </a:p>
          <a:p>
            <a:pPr>
              <a:defRPr sz="2400">
                <a:solidFill>
                  <a:srgbClr val="1E293B"/>
                </a:solidFill>
              </a:defRPr>
            </a:pPr>
            <a:r>
              <a:t>Obiettivo: decisioni piu veloci, piu semplici, piu sicure.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